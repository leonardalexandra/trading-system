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量化交易系统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2F2F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宣发与产品说明</a:t>
            </a:r>
            <a:endParaRPr lang="en-US" sz="2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2F2F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已完成 Phase 1.0 / 1.1 · 规划 Phase 1.2 → 2.x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基于 Phase 划分与实现顺序 v2.0.0 + Phase 1.2 开发交付包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系统简介 — 目标与定位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核心能力 — 对账与互斥锁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核心能力 — 外部同步与定价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核心能力 — 风控与挂起/恢复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阶段规划与执行顺序（1.1 已交付）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总结与下一步（路线图 1.2 → 2.x）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系统简介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Phase 1.0、Phase 1.1 已完成。</a:t>
            </a:r>
            <a:endParaRPr lang="en-US" sz="1400" dirty="0">
              <a:solidFill>
                <a:srgbClr val="21212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21212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 Bold" panose="020B0604020202090204" charset="0"/>
                <a:ea typeface="Arial" panose="020B0604020202090204" pitchFamily="34" charset="-122"/>
                <a:cs typeface="Arial" panose="020B0604020202090204" pitchFamily="34" charset="-120"/>
              </a:rPr>
              <a:t>系统愿景</a:t>
            </a:r>
            <a:r>
              <a:rPr lang="en-US" sz="14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：7×24h 在线且会不断增强交易能力的 AI 量化交易员。</a:t>
            </a:r>
            <a:endParaRPr lang="en-US" sz="1400" dirty="0">
              <a:solidFill>
                <a:srgbClr val="21212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21212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Phase 1.1 在 1.0 基础上补齐对账、恢复与风控闭环，确保策略在异常与超仓场景下可安全挂起、可审计恢复。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57175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对账/恢复与下单路径互斥，避免并发写导致状态错乱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外部同步（EXTERNAL_SYNC）成交可落库并参与持仓校正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风控不通过时安全挂起（PAUSED），强校验通过后可恢复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全流程可追溯：终态日志、diff 标准、审计链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核心能力：对账与互斥锁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ReconcileLock（DB 原子锁 + TTL）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基于单条原子 UPDATE 的租约锁，禁止 SELECT FOR UPDATE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默认 TTL 30 秒，超时未续期则锁失效，崩溃后可恢复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对账路径与下单路径共用同一把锁，持锁内仅做 DB 写与状态更新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锁外执行：拉取交易所数据、差异计算、风控计算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互斥保证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同一时刻仅一条写路径生效：对账写持仓与信号驱动下单不会并发写 position_snapshot / trade，避免数据竞争与重复写入。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核心能力：外部同步与定价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EXTERNAL_SYNC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来自交易所/外部系统的成交以 source_type=EXTERNAL_SYNC 落库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幂等键：(strategy_id, external_trade_id)，唯一约束防重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对账结果通过 PositionManager.reconcile 生成 EXTERNAL_SYNC trade 并更新 position_snapshot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position_reconcile_log 记录 event_type（RECONCILE_START/END、SYNC_TRADE、OVER_POSITION、STRATEGY_PAUSED/RESUMED 等）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定价优先级（从高到低）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交易所成交价 → 本地参考价 → 兜底价；档位可追溯。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核心能力：风控与挂起/恢复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对账/EXTERNAL_SYNC 完成后执行 RiskManager 全量检查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超仓/风控不通过：PAUSED + STRATEGY_PAUSED 终态日志（含差异快照），同一事务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信号入口返回 200 + 业务字段拒绝原因，避免 TradingView 误判重试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POST /strategy/{id}/resume：强校验通过才恢复，失败返回 400 + 标准 diff（code / checks / snapshot）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恢复成功：STRATEGY_RESUMED 终态日志与状态更新同一一致性边界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阶段规划与执行顺序（下表：Phase 1.1 已交付）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005840"/>
          <a:ext cx="8046720" cy="36576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5120640"/>
              </a:tblGrid>
              <a:tr h="3325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步骤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开发项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A1 / A2 / A3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数据库迁移（锁、EXTERNAL_SYNC、reconcile_log）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C1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ReconcileLock（DB 原子锁 + TTL）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C2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下单路径互斥保护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C3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PositionManager.reconcile → EXTERNAL_SYNC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C4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RiskManager post-sync full check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C5 / C6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超仓挂起 + STRATEGY_PAUSED 终态日志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B1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POST /strategy/{id}/resume（强校验 + diff）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C7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STRATEGY_RESUMED 终态日志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D1～D6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测试（锁、定价、挂起事务、Resume、互斥）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B2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GET /strategy/{id}/status（可选）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总结与下一步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Phase 1.0、1.1 已交付：信号→决策→风控→执行→落库；对账锁、EXTERNAL_SYNC、挂起/恢复与 Resume API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下一步：Phase 1.2a（可追溯、决策快照、审计与健康仪表板）→ 最小 Dashboard → 1.2b（回放与 MVP 门禁）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2F2F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后续：Phase 2.0 可评估 → Phase 2.1 可学习、可发布与回滚 → 完整智能 BI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Phase 划分与实现顺序 v2.0.0 · Phase 1.2 开发交付包 v1.0.0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1846</Words>
  <Application>WPS 演示</Application>
  <PresentationFormat>On-screen Show (16:9)</PresentationFormat>
  <Paragraphs>147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Arial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1.1 交易系统 — 宣发与说明</dc:title>
  <dc:creator>Trading System</dc:creator>
  <dc:subject>PptxGenJS Presentation</dc:subject>
  <cp:lastModifiedBy>张阔</cp:lastModifiedBy>
  <cp:revision>7</cp:revision>
  <dcterms:created xsi:type="dcterms:W3CDTF">2026-02-07T09:11:41Z</dcterms:created>
  <dcterms:modified xsi:type="dcterms:W3CDTF">2026-02-07T09:11:41Z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75FFFD6235AE6F628E018769EA8B6F22_42</vt:lpwstr>
  </property>
  <property fmtid="{D5CDD505-2E9C-101B-9397-08002B2CF9AE}" pid="3" name="KSOProductBuildVer">
    <vt:lpwstr>2052-7.4.1.8983</vt:lpwstr>
  </property>
</Properties>
</file>